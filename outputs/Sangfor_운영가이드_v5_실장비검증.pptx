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Sangfor 보안 솔루션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고객사 운영 가이드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일지테크 (ITAC) 보안 운영 매뉴얼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실장비 검증 완료 — 실제 메뉴 경로 반영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4572000"/>
            <a:ext cx="9144000" cy="54864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709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Berlo Corporation | 2026년 6월 | 실장비 검증 완료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73152" cy="109728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일일 운영 절차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EPP / CC / IAG 일일 점검 (실제 메뉴 경로)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828800" cy="36576"/>
          </a:xfrm>
          <a:prstGeom prst="rect">
            <a:avLst/>
          </a:prstGeom>
          <a:solidFill>
            <a:srgbClr val="4F8CFF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시스템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활동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확인 경로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에이전트 상태 확인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 &gt; Home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 알림 확인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Detection &gt; Threats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이상 행위 확인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Detection &gt; Anomalies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탐지 이벤트 검토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Detection and Response &gt; Security Events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 Audit 확인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 Audit &gt; Internet Access Audit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14:00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Control 로그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Policies &gt; App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14:00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로그 수집 상태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Detection &gt; Logs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 Mgt 확인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 Mgt &gt; Connection Sharing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73152" cy="109728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사고 대응 절차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사고 대응 6단계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828800" cy="36576"/>
          </a:xfrm>
          <a:prstGeom prst="rect">
            <a:avLst/>
          </a:prstGeom>
          <a:solidFill>
            <a:srgbClr val="4F8CF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활동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담당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탐지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0~15분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 Detection &gt; Threats 알림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 담당자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분류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15~30분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심각도 평가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 담당자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격리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30~60분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 Response 자동 격리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보안+네트워크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분석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1~4시간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 Detection &gt; Logs 분석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 담당자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복구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4~24시간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시스템 복구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보안+시스템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24시간 이내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사고 보고서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 책임자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73152" cy="109728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감사 대비 체크리스트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 증빙 자료 확인 (실제 경로)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828800" cy="36576"/>
          </a:xfrm>
          <a:prstGeom prst="rect">
            <a:avLst/>
          </a:prstGeom>
          <a:solidFill>
            <a:srgbClr val="4F8CF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증빙 자료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확인 경로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 설치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에이전트 설치율 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 Dashboard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 업데이트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자동 업데이트 이력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 System &gt; System Updates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정기 검사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스케줄+완료율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 Defense &gt; Malware Scan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 통제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Blacklist 정책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 Policies &gt; App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디바이스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USB 정책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 Policies &gt; Behavior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DLP 정책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IAG Activity Audit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인증 정책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IAG Endpoint Mgt &gt; Security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로그 소스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 Detection &gt; Logs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모니터링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알림 설정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 Detection &gt; Threats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사고 대응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절차서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운영 매뉴얼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Berlo Corporation</dc:creator>
  <cp:lastModifiedBy>Berlo Corporation</cp:lastModifiedBy>
  <cp:revision>1</cp:revision>
  <dcterms:created xsi:type="dcterms:W3CDTF">2026-06-08T06:31:41Z</dcterms:created>
  <dcterms:modified xsi:type="dcterms:W3CDTF">2026-06-08T06:31:41Z</dcterms:modified>
</cp:coreProperties>
</file>