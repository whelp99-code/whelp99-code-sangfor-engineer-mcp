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IAG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IAG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Endpoint Secure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Endpoint Secure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NDR / Cyber Command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NDR / Cyber Command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HCI / SCP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HCI / SCP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 제품 설정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ITAC 감사 체크리스트 기반 Dry-run 가이드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생성일: 2026-06-09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4846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우선 처리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△, 낮은 점수, 미흡 사유가 있는 감사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제품 콘솔 dry-run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콘솔에서 확인 가능한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Sangfor 콘솔 외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변경 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 단계에서는 변경 작업 미수행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제품별 분포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374904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48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— 설정 항목 (1~1/1)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&gt; Agent Deployment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deployment/self-protection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endpoint agent inventory and update status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— 설정 항목 (1~1/1)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retention and audit validation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7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 — 설정 항목 (1~1/1)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 &gt; Playbooks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SOAR/playbook response policy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03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 — 설정 항목 (1~1/1)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&gt; HA/DRS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HA/DRS/availability configuration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수동/외부 증적 수집 계획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항목은 Sangfor 제품 콘솔에서 직접 설정하거나 확인하기 어렵다. 고객 또는 해당 솔루션 운영 담당자로부터 별도 증적을 수집해야 한다.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3200400"/>
                <a:gridCol w="2651760"/>
              </a:tblGrid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및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 조치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Malware Infection Prevention | Block spam and vi...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 | Malware Infection Prevention | CrowdStrike and 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수행 절차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8229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54480" y="822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CDP 준비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Chrome을 remote-debugging-port=9333 옵션으로 실행하고, 대상 제품 콘솔에 로그인한다.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202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session 생성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MCP의 sangfor.start_operator_session 도구로 제품, targetUrl, CDP endpoint를 지정한다.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0175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기반 dry-run 실행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sangfor.dry_run_product_change에 생성된 계획서와 sessionId를 전달한다.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411480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검토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증적이 누락된 항목, 메뉴 미발견 항목은 고객 확인 필요 사항으로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확인 필요 사항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914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콘솔 접근 권한 및 정책 조회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콘솔 접근 권한 및 NAC/접근제어/로그 메뉴 조회 권한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194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또는 Cyber Command 콘솔 접근 권한 및 이벤트 소스/로그 관리 메뉴 조회 권한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8346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SPAMOUT, CrowdStrike, Alyac, DLP, 백업 운영 관련 별도 증적 제공 담당자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HCI/SCP 콘솔 접근 권한 및 리소스/VM/HA/DRS 메뉴 조회 권한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Sangfor 제품 설정 가이드</dc:subject>
  <dc:creator>Sangfor Engineer MCP</dc:creator>
  <cp:lastModifiedBy>Sangfor Engineer MCP</cp:lastModifiedBy>
  <cp:revision>1</cp:revision>
  <dcterms:created xsi:type="dcterms:W3CDTF">2026-06-09T04:59:46Z</dcterms:created>
  <dcterms:modified xsi:type="dcterms:W3CDTF">2026-06-09T04:59:46Z</dcterms:modified>
</cp:coreProperties>
</file>