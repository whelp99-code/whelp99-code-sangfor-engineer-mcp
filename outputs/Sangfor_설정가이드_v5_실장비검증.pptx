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Sangfor 보안 솔루션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제품별 설정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 감사 대응  |  ITAC 보안 점검 항목별 솔루션 매핑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실장비 검증 완료 (2026년 6월)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Berlo Corporation | 2026년 6월 | 실장비 검증 완료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감사 결과 요약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Sangfor 제품별 매핑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 항목 → Sangfor 솔루션 매핑 (실장비 검증 완료)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감사 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영역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Sangfor 솔루션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 메뉴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#3~7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Anti-Virus/EDR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△/O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Athena EPP v6.0.4EN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Defense &gt; Malware 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#8~9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Athena EPP (Ultimate)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 &gt; App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 #10~11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Athena 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 &gt; Behavior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 #12~13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 v13.0.120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Audit &gt; Internet Access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#14~16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Mgt &gt; Security / Device Connection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#17~18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 Command v3.0.98C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&gt; Logs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#19~20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 Command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&gt; Threats / Anomalies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Athena EPP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v6.0.4EN — 안티바이러스 / 앱제어 / 디바이스제어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 로그인 및 대시보드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epp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https://10.80.1.106 접속     2. 관리자 계정 + CAPTCHA 입력     3. 대시보드에서 에이전트 상태 확인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 Application Control (감사 #8~9)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epp/02_app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Policies &gt; App Control 클릭     2. New 버튼으로 새 블랙리스트 정책 생성     3. 차단할 애플리케이션 선택/검색     4. Apply To: 대상 그룹 지정     5. Action: Block 선택 후 Save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Ultimate Edition 라이센스 필수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Cyber Command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v3.0.98C — SIEM / 보안 모니터링 / SOAR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 보안 대시보드 (감사 #19~20)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cc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https://10.80.1.107 접속     2. Home &gt; Overview에서 전체 보안 태세 확인     3. ATT&amp;CK Capabilities, Pending Risks 확인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 Detection &gt; Logs (감사 #17~18)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cc/02_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Detection &gt; Logs 클릭     2. 모든 보안 솔루션 로그 중앙 관리     3. Export / Code Converter / Open Monitor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 Detection &gt; Threats (보안 알림)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cc/03_thre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Detection &gt; Threats 클릭     2. 심각도별 알림 필터링     3. 각 알림 상세 정보 및 대응 액션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Detection &gt; Anomalies (UEBA)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cc/04_anomal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Detection &gt; Anomalies 클릭     2. AI/ML 기반 이상 행위 탐지     3. 비정상 패턴 확인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 Response (SOAR)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cc/05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Response 클릭     2. 자동 대응 정책 구성     3. 트리거: Threat / Incident     4. 액션: IP 차단, 격리, 스캔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IAG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v13.0.120 — DLP / URL 필터링 / NAC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4.1 Activity Audit — DLP (감사 #12~13)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iag/01_activity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Activity Audit &gt; Internet Access Audit 클릭     2. DLP 정책 설정: 파일 유형별 차단     3. 모니터링 채널: Browser, Email, IM, USB     4. 자동 스크린샷 증거 수집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실제 메뉴: Activity Audit &gt; Internet Access Audit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Endpoint Mgt — NAC (감사 #14~16)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iag/02_endpoint_m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Endpoint Mgt 클릭     2. Connection Sharing 감지 활성화     3. Antiproxy / Security / Device Connection     4. 실제 메뉴: Endpoint Mgt &gt; Security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⚠️ 문서 "Endpoint Check" → 실제 "Endpoint Mgt &gt; Security"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 System — 설정 관리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4" name="Image 0" descr="final_images/iag/03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System 클릭     2. Objects: Application Signature Database     3. Network / Firewall / General     4. Syslog: System &gt; General 내 설정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⚠️ 문서 "Syslog Reporting" → 실제 "System &gt; General"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감사 대응 체크리스트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항목별 대응 상태 확인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 항목별 대응 체크리스트 (실장비 검증)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5097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 AV 설치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에이전트 배포  |  EPP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80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  AV 업데이트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280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업데이트  |  EPP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  정기 검사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6459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&gt; Malware Scan  |  EPP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04825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011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  제거 방지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 보호  |  EPP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377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  로그 보존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377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&gt; Data Sync 1년  |  EPP+CC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77977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  SW 통제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2743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&gt; App Control  |  EPP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14553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108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  SW 로그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0" y="3108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 1년  |  EPP+CC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1129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  디바이스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Control  |  EPP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87705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840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  디바이스 로그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3840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보존  |  EPP+CC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95097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914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  DLP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914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Audit  |  IAG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31673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280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  대용량 전송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1280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50MB+ 차단  |  IAG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168249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  NAC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16459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Mgt &gt; Security  |  IAG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04825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011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#15  보안 프로그램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Mgt  |  IAG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241401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377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#16  NAC 로그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2377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보존  |  IAG+CC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277977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#17  SIEM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0" y="2743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&gt; Logs  |  CC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14553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3108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#18  로그 검토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3108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1회  |  CC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51129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#19  모니터링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0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&gt; Threats  |  CC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3877056"/>
            <a:ext cx="182880" cy="18288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3840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#20  알림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0" y="3840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&gt; Anomalies  |  CC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Berlo Corporation</dc:creator>
  <cp:lastModifiedBy>Berlo Corporation</cp:lastModifiedBy>
  <cp:revision>1</cp:revision>
  <dcterms:created xsi:type="dcterms:W3CDTF">2026-06-08T06:31:41Z</dcterms:created>
  <dcterms:modified xsi:type="dcterms:W3CDTF">2026-06-08T06:31:41Z</dcterms:modified>
</cp:coreProperties>
</file>