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Sangfor 보안 솔루션</a:t>
            </a:r>
            <a:endParaRPr lang="en-US" sz="3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고객사 운영 가이드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32918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일지테크 (ITAC) 보안 운영 매뉴얼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현대차 감사 대응 — 일상 운영 및 사고 대응 절차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4572000"/>
            <a:ext cx="9144000" cy="54864"/>
          </a:xfrm>
          <a:prstGeom prst="rect">
            <a:avLst/>
          </a:prstGeom>
          <a:solidFill>
            <a:srgbClr val="4F8C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47091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Berlo Corporation | 2026년 6월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73152" cy="1097280"/>
          </a:xfrm>
          <a:prstGeom prst="rect">
            <a:avLst/>
          </a:prstGeom>
          <a:solidFill>
            <a:srgbClr val="4F8C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 일일 운영 절차</a:t>
            </a: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EPP / CC / IAG 일일 점검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1828800" cy="36576"/>
          </a:xfrm>
          <a:prstGeom prst="rect">
            <a:avLst/>
          </a:prstGeom>
          <a:solidFill>
            <a:srgbClr val="4F8CFF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  <a:gridCol w="2103120"/>
                <a:gridCol w="21031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시간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시스템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활동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확인 경로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09:00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에이전트 상태 확인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Dashboard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09:00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보안 알림 확인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 → Alerts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09:30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사건 확인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 → Incidents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09:30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탐지 이벤트 검토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 Logs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10:00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IAG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URL 필터링 로그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Online Activities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14:00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 Control 로그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 Control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14:00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로그 수집 상태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System → Log Sources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16:00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IAG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DLP 이벤트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Activity Audit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73152" cy="1097280"/>
          </a:xfrm>
          <a:prstGeom prst="rect">
            <a:avLst/>
          </a:prstGeom>
          <a:solidFill>
            <a:srgbClr val="4F8C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 사고 대응 절차</a:t>
            </a:r>
            <a:endParaRPr 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사고 대응 6단계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1828800" cy="36576"/>
          </a:xfrm>
          <a:prstGeom prst="rect">
            <a:avLst/>
          </a:prstGeom>
          <a:solidFill>
            <a:srgbClr val="4F8CFF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  <a:gridCol w="2103120"/>
                <a:gridCol w="21031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단계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시간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활동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담당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탐지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0~15분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CC/EPP/IAG 알림 확인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보안 담당자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분류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15~30분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심각도 평가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보안 담당자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격리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30~60분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SOAR 자동 격리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보안+네트워크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분석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1~4시간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공격 체인 분석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보안 담당자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복구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4~24시간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시스템 복구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보안+시스템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보고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24시간 이내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사고 보고서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보안 책임자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73152" cy="1097280"/>
          </a:xfrm>
          <a:prstGeom prst="rect">
            <a:avLst/>
          </a:prstGeom>
          <a:solidFill>
            <a:srgbClr val="4F8C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 감사 대비 체크리스트</a:t>
            </a:r>
            <a:endParaRPr lang="en-US" sz="3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감사 증빙 자료 확인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1828800" cy="36576"/>
          </a:xfrm>
          <a:prstGeom prst="rect">
            <a:avLst/>
          </a:prstGeom>
          <a:solidFill>
            <a:srgbClr val="4F8CFF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2804160"/>
                <a:gridCol w="2804160"/>
                <a:gridCol w="28041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항목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증빙 자료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확인 경로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 설치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에이전트 설치율 100%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EPP Dashboard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 업데이트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자동 업데이트 이력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EPP Update History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정기 검사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스케줄+완료율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EPP Scan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SW 통제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Blacklist 정책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EPP App Control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디바이스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USB 정책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EPP Endpoint Control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DLP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DLP 정책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IAG Activity Audit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인증 정책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IAG Authentication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로그 소스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CC System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모니터링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알림 설정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CC Notification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사고 대응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절차서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운영 매뉴얼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Berlo Corporation</dc:creator>
  <cp:lastModifiedBy>Berlo Corporation</cp:lastModifiedBy>
  <cp:revision>1</cp:revision>
  <dcterms:created xsi:type="dcterms:W3CDTF">2026-06-08T04:12:29Z</dcterms:created>
  <dcterms:modified xsi:type="dcterms:W3CDTF">2026-06-08T04:12:29Z</dcterms:modified>
</cp:coreProperties>
</file>