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Sangfor 제품 설정 가이드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ITAC 감사 체크리스트 기반 Dry-run 가이드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생성일: 2026-06-09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결과 요약 및 Sangfor 제품 매핑 (1/3)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26건  |  콘솔 dry-run 18건  |  수동/외부 8건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5486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554480"/>
                <a:gridCol w="1188720"/>
                <a:gridCol w="192024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감사 항목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감사 분류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매핑 제품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콘솔 메뉴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비고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Anti-Spam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③Malware Infection Prevention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수동/외부 증적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(수동/외부)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SPAMOUT email filtering system,...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Anti-Spam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⑦Incident Analysis and Response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수동/외부 증적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(수동/외부)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retained for less than 1 year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Anti-Virus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③Malware Infection Prevention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Secure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&gt; Agent Deployment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Crowdstrike and Alyac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addi...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Anti-Virus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③Malware Infection Prevention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Secure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regular engine update verification...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Anti-Virus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③Malware Infection Prevention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Secure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scheduled at lunch daily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Anti-Virus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③Malware Infection Prevention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Secure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explicit gap text; verify checklis...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Anti-Virus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⑦Incident Analysis and Response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Secure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&gt; Endpoint/Agent List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files are retained, only logs are 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Control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③Malware Infection Prevention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Secure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application control or monitoring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Control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⑦Incident Analysis and Response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Secure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application control or monitoring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Control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⑤Information Leakage Prevention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Secure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device control or monitoring (Only...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결과 요약 및 Sangfor 제품 매핑 (2/3)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26건  |  콘솔 dry-run 18건  |  수동/외부 8건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5486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554480"/>
                <a:gridCol w="1188720"/>
                <a:gridCol w="192024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감사 항목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감사 분류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매핑 제품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콘솔 메뉴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비고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Control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⑦Incident Analysis and Response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48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Secure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device control or monitoring (Only...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Loss Prevention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⑤Information Leakage Prevention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E74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 &gt; Authentication Source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DLP implemented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Loss Prevention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⑦Incident Analysis and Response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E74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&gt; Internet Access Logs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DLP implemented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Access Contro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②Unauthorized External Access Defense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E74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Access Control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NAC implemented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Access Contro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②Unauthorized External Access Defense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E74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Access Control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NAC implemented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Access Contro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⑦Incident Analysis and Response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2E74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&gt; Internet Access Logs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NAC implemented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Management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①Intrusion Threat Detection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D7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NDR / Cyber Command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&gt; Event Sources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SIEM implemented but Auvik collect...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Management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①Intrusion Threat Detection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D7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NDR / Cyber Command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&gt; Event Sources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regular monitoring - only by event...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Monitoring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①Intrusion Threat Detection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D7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NDR / Cyber Command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&gt; Event Sources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network security logs are actively...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Monitoring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①Intrusion Threat Detection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ED7D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NDR / Cyber Command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Incidents &gt; Incident List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alert from Crowdstrike is sent o...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결과 요약 및 Sangfor 제품 매핑 (3/3)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26건  |  콘솔 dry-run 18건  |  수동/외부 8건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54864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554480"/>
                <a:gridCol w="1188720"/>
                <a:gridCol w="192024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감사 항목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감사 분류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매핑 제품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콘솔 메뉴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비고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⑥System Recovery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수동/외부 증적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(수동/외부)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Outdated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⑥System Recovery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수동/외부 증적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(수동/외부)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Biweekly backups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⑥System Recovery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수동/외부 증적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(수동/외부)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done monthly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⑥System Recovery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수동/외부 증적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(수동/외부)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on offline servers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⑥System Recovery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수동/외부 증적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(수동/외부)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Backups tested monthly, but recovery ...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⑥System Recovery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수동/외부 증적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(수동/외부)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firewall config is backed up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48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#3~11 대응  |  9건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#3  —  Anti-Virus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③Malware Infection Prevention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&gt; Agent Deployment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조직 내 모든 PC와 서버에 안티바이러스 및 EDR과 같은 악성코드 탐지 솔루션이 설치되어 실행 중입니까?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Crowdstrike and Alyac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additional evidence to see the list of assets and the installati...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ENDPOINT_SECURE console, navigate to Deployment &gt; Agent Deployment, capture current configur...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epp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#4  —  Anti-Virus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③Malware Infection Prevention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바이러스 백신 엔진은 정기적으로 업데이트됩니까?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regular engine update verification procedure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ENDPOINT_SECURE console, navigate to Policy &gt; Malware/Ransomware Protection, capture current...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epp/02_anti_mal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#5  —  Anti-Virus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③Malware Infection Prevention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바이러스 백신 및 EDR 솔루션을 사용하여 주기적인 검사가 수행됩니까?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scheduled at lunch daily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ENDPOINT_SECURE console, navigate to Policy &gt; Malware/Ransomware Protection, capture current...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epp/02_anti_mal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#6  —  Anti-Virus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③Malware Infection Prevention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바이러스 백신 및 EDR 프로그램이 임의로 제거되거나 비활성화되지 않도록 보장됩니까?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explicit gap text; verify checklist result and current console state.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ENDPOINT_SECURE console, navigate to Policy &gt; Malware/Ransomware Protection, capture current...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epp/02_anti_malw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#7  —  Anti-Virus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⑦Incident Analysis and Response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&gt; Endpoint/Agent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악성코드 탐지 로그와 격리된 파일은 지정된 기간(최소 1년) 동안 보관됩니까?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files are retained, only logs are searchable through crowdstrike console. Also, need a verific...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ENDPOINT_SECURE console, navigate to Assets &gt; Endpoint/Agent List, capture current configura...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epp/06_security_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#8  —  Software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③Malware Infection Prevention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조직 내에서 승인되지 않은 소프트웨어 사용은 감시 및 통제되고 있습니까?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application control or 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ENDPOINT_SECURE console, navigate to Policy &gt; Malware/Ransomware Protection, capture current...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epp/04_app_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#9  —  Software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⑦Incident Analysis and Response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무단 소프트웨어 탐지/차단 로그 및 감사 로그(정책 변경, 권한 변경 등)는 지정된 기간(최소 1년) 동안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application control or 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ENDPOINT_SECURE console, navigate to Policy &gt; Malware/Ransomware Protection, capture current...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epp/04_app_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#10  —  Device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⑤Information Leakage Prevention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조직 내 저장 매체 사용은 통제되고 있습니까?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device control or monitoring (Only automatic scans)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ENDPOINT_SECURE console, navigate to Policy &gt; Malware/Ransomware Protection, capture current...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epp/08_usb_device_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#11  —  Device Control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⑦Incident Analysis and Response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Malware/Ransomware Protection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저장 매체 차단/사용 로그 및 감사 로그(정책 변경, 권한 변경 등)는 지정된 기간(최소 1년) 동안 보존됩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device control or monitoring (Only automatic scans)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ENDPOINT_SECURE console, navigate to Policy &gt; Malware/Ransomware Protection, capture current...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epp/06_security_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74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#12~16 대응  |  5건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#12  —  Data Loss Prevention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⑤Information Leakage Prevention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 &gt; Authentication 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내부 데이터의 외부 유출을 감지하기 위해 데이터 손실 방지(DLP) 시스템이 구현되어 있습니까?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DLP implemented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IAG console, navigate to User Management &gt; Authentication Source, capture current configurat...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iag/01_dlp_polic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#13  —  Data Loss Prevention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⑦Incident Analysis and Response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&gt; Internet Access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대용량 첨부 파일(예: 50MB 이상) 전송 기록은 지정된 기간(최소 1년) 동안 보관됩니까?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DLP implemented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IAG console, navigate to Logs &gt; Internet Access Logs, capture current configuration evidence...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iag/02_dlp_ev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#14  —  Network Access Contro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②Unauthorized External Access Defense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Access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조직 내에서 승인되지 않은 장치의 접근을 제한하기 위해 네트워크 접근 제어가 시행되고 있습니까?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NAC implemented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IAG console, navigate to Policy &gt; Access Control, capture current configuration evidence, st...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iag/03_access_poli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#15  —  Network Access Contro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②Unauthorized External Access Defense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&gt; Access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 프로그램 설치가 필수이며, 해당 프로그램이 설치되지 않은 경우 네트워크 접속이 차단됩니까?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NAC implemented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policy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IAG console, navigate to Policy &gt; Access Control, capture current configuration evidence, st...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iag/04_endpoint_compli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#16  —  Network Access Contro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⑦Incident Analysis and Response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&gt; Internet Access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이벤트 로그와 감사 로그는 지정된 기간(최소 1년) 동안 보존됩니까?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NAC implemented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IAG console, navigate to Logs &gt; Internet Access Logs, capture current configuration evidence...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iag/05_internet_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7D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 / Cyber Command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#17~20 대응  |  4건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#17  —  Log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①Intrusion Threat Detection</a:t>
            </a:r>
            <a:endParaRPr lang="en-US" sz="1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&gt; Event Sources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다양한 보안 솔루션의 이벤트 로그와 감사 로그는 중앙에서 관리됩니까?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SIEM implemented but Auvik collects network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NDR console, navigate to Events &gt; Event Sources, capture current configuration evidence, sto...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cc/01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#18  —  Log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①Intrusion Threat Detection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&gt; Event Sources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시스템 및 보안 로그는 정기적으로 검토됩니까?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regular monitoring - only by events. No events are assigned so appears as no one is actually r...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NDR console, navigate to Events &gt; Event Sources, capture current configuration evidence, sto...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cc/02_detection_l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#19  —  Security Monitoring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①Intrusion Threat Detection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&gt; Event Sources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보안 시스템 로그(예: 방화벽, VPN, IPS, WAF)가 보안 모니터링과 통합되어 있습니까?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network security logs are actively monitored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Crowdstrike is monitored by Packetwatch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log 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NDR console, navigate to Events &gt; Event Sources, capture current configuration evidence, sto...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cc/03_thre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 #20  —  Security Monitoring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①Intrusion Threat Detection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5029200" cy="3657600"/>
        </p:xfrm>
        <a:graphic>
          <a:graphicData uri="http://schemas.openxmlformats.org/drawingml/2006/table">
            <a:tbl>
              <a:tblPr/>
              <a:tblGrid>
                <a:gridCol w="118872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메뉴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Incidents &gt; Incident List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내용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이상 징후 탐지 기준이 설정되어 있고, 이상 징후가 감지되는 즉시 관리자에게 이메일이나 SMS로 알림을 보내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alert from Crowdstrike is sent out to ITAC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확인 증적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setting screenshot, audit/checklist row reference, before/after comparison candidate, incide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Dry-run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NDR console, navigate to Incidents &gt; Incident List, capture current configuration evidence, 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/Users/jmpark/Documents/Playground/whelp99-code-sangfor-engineer-mcp/outputs/final_images/cc/04_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005840"/>
            <a:ext cx="3383280" cy="2560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0" y="3611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실장비 스크린샷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수동/외부 증적 수집 계획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731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항목은 Sangfor 제품 콘솔에서 직접 설정하거나 확인하기 어렵다. 고객 또는 해당 솔루션 운영 담당자로부터 별도 증적을 수집해야 한다.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88720"/>
          <a:ext cx="8595360" cy="41148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320040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 및 Gap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 조치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Anti-Spam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Anti-Spam | ③Malware Infection Prevention | 스팸 메일과 바이러스에 감염된...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access Sangfor console. Collect external/manual evidence and attach to 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Anti-Spam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Anti-Spam | ⑦Incident Analysis and Response | 이벤트 로그와 감사 로그는...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access Sangfor console. Collect external/manual evidence and attach to 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 | ⑥System Recovery | 복구 우선순위와 복구 목표가 수립되었습...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access Sangfor console. Collect external/manual evidence and attach to 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 | ⑥System Recovery | 핵심 애플리케이션, 데이터베이스 및 중...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access Sangfor console. Collect external/manual evidence and attach to 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REQ-23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 | ⑥System Recovery | 백업 데이터의 무결성은 정기적으로 검증...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access Sangfor console. Collect external/manual evidence and attach to 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 | ⑥System Recovery | 백업 데이터는 안전한 저장소에 저장됩니...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access Sangfor console. Collect external/manual evidence and attach to 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REQ-27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 | ⑥System Recovery | 백업 및 복구 테스트는 정기적으로 계획...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access Sangfor console. Collect external/manual evidence and attach to 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REQ-28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Management | ⑥System Recovery | 보안 솔루션 구성 및 보안 정책은 정기...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access Sangfor console. Collect external/manual evidence and attach to 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수행 절차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82296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54480" y="822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CDP 준비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188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Chrome을 remote-debugging-port=9333 옵션으로 실행하고, 대상 제품 콘솔에 로그인한다.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9202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session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MCP의 sangfor.start_operator_session 도구로 제품, targetUrl, CDP endpoint를 지정한다.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01752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 기반 dry-run 실행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sangfor.dry_run_product_change에 생성된 계획서와 sessionId를 전달한다.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11480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411480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5448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검토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4480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증적이 누락된 항목, 메뉴 미발견 항목은 고객 확인 필요 사항으로 분리한다.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확인 필요 사항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Secure 콘솔 접근 권한 및 정책 조회 권한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IAG 콘솔 접근 권한 및 NAC/접근제어/로그 메뉴 조회 권한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1945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 또는 Cyber Command 콘솔 접근 권한 및 이벤트 소스/로그 관리 메뉴 조회 권한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SPAMOUT, CrowdStrike, Alyac, DLP, 백업 운영 관련 별도 증적 제공 담당자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54823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4747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HCI/SCP 콘솔 접근 권한 및 리소스/VM/HA/DRS 메뉴 조회 권한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Sangfor 제품 설정 가이드</dc:subject>
  <dc:creator>Sangfor Engineer MCP</dc:creator>
  <cp:lastModifiedBy>Sangfor Engineer MCP</cp:lastModifiedBy>
  <cp:revision>1</cp:revision>
  <dcterms:created xsi:type="dcterms:W3CDTF">2026-06-09T04:49:42Z</dcterms:created>
  <dcterms:modified xsi:type="dcterms:W3CDTF">2026-06-09T04:49:42Z</dcterms:modified>
</cp:coreProperties>
</file>